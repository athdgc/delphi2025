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EEF3FF"/>
                </a:solidFill>
                <a:latin typeface="Segoe UI"/>
              </a:rPr>
              <a:t>Delphi Workshop 2025 Closing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What we achieved &amp; where we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lossa-contac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"/>
            <a:ext cx="822960" cy="822960"/>
          </a:xfrm>
          <a:prstGeom prst="rect">
            <a:avLst/>
          </a:prstGeom>
        </p:spPr>
      </p:pic>
      <p:pic>
        <p:nvPicPr>
          <p:cNvPr id="7" name="Picture 6" descr="HFRI_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37160"/>
            <a:ext cx="1783080" cy="822960"/>
          </a:xfrm>
          <a:prstGeom prst="rect">
            <a:avLst/>
          </a:prstGeom>
        </p:spPr>
      </p:pic>
      <p:pic>
        <p:nvPicPr>
          <p:cNvPr id="8" name="Picture 7" descr="Uo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"/>
            <a:ext cx="1269347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Four days of dense collaboration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Cross-disciplinary bridges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New corpora commitments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Research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Key findings grouped by theme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Shared methodological advances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Emergent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Collaboration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New working groups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Mentorship matches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Shared infrastructure agreements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Roadmap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Athens &amp; Naxos activities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Deliverable milestones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Communication cadence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Participant Reflections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Prompt a final round of insights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Capture testimonials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Identify future hosts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Gratitude &amp;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Thank sponsors and teams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Share contact emails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Invite continuous dialogue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