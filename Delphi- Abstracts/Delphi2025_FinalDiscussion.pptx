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EEF3FF"/>
                </a:solidFill>
                <a:latin typeface="Segoe UI"/>
              </a:rPr>
              <a:t>Final Discussion: Planning Our Next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Texts + Grammar + Change + Corpora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ossa-contac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"/>
            <a:ext cx="822960" cy="822960"/>
          </a:xfrm>
          <a:prstGeom prst="rect">
            <a:avLst/>
          </a:prstGeom>
        </p:spPr>
      </p:pic>
      <p:pic>
        <p:nvPicPr>
          <p:cNvPr id="7" name="Picture 6" descr="HFRI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7160"/>
            <a:ext cx="1783080" cy="822960"/>
          </a:xfrm>
          <a:prstGeom prst="rect">
            <a:avLst/>
          </a:prstGeom>
        </p:spPr>
      </p:pic>
      <p:pic>
        <p:nvPicPr>
          <p:cNvPr id="8" name="Picture 7" descr="Uo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"/>
            <a:ext cx="1269347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Session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Synthesize insights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Design collaborative roadmap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Assign next-step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Delphi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Top methodological takeaways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Emerging partnerships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Key unresolved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Vision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Couple texts with grammar-aware corpora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Prioritize diachronic coverage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Anchor on digital openness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Stakeholder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Athens • Naxos • Delphi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ARCAS/CHS partners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European collaborators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Thematic Work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Texts &amp; Genres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Grammar &amp; Valency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Digital Tooling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Training &amp;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Corpus Expansion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Fill language gaps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Balance genres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Track provenance metadata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Digital Tool Upgrades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Visualization dashboards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Query APIs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Shared annotation QA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Questionnaire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Collector for future needs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Survey translation practices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Timeline for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Collaboration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Shared repositories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Monthly coordination calls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Visiting scholar exchanges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Funding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HFRI follow-ups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EU collaborations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Grant writing calendar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Risk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Data licensing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Human resources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Technical debt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Open Mic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What can each team offer?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Where do we need support?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Which pilots start first?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Action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Live document to capture commitments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Assign leads + due dates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Ensure follow-up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Wrap-up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Share summary memo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Schedule Athens/Naxos touchpoints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Celebrate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