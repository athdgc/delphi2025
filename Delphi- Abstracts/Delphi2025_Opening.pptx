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EEF3FF"/>
                </a:solidFill>
                <a:latin typeface="Segoe UI"/>
              </a:rPr>
              <a:t>Delphi Workshop 2025 Opening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Organizing Committee • Corporа and Diachrony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lossa-contac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"/>
            <a:ext cx="822960" cy="822960"/>
          </a:xfrm>
          <a:prstGeom prst="rect">
            <a:avLst/>
          </a:prstGeom>
        </p:spPr>
      </p:pic>
      <p:pic>
        <p:nvPicPr>
          <p:cNvPr id="7" name="Picture 6" descr="HFRI_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37160"/>
            <a:ext cx="1783080" cy="822960"/>
          </a:xfrm>
          <a:prstGeom prst="rect">
            <a:avLst/>
          </a:prstGeom>
        </p:spPr>
      </p:pic>
      <p:pic>
        <p:nvPicPr>
          <p:cNvPr id="8" name="Picture 7" descr="Uo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"/>
            <a:ext cx="1269347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Welcome to Delphi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European Cultural Centre of Delphi as our hub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Gathering linguists, philologists, and digital humanists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Four immersive days: 26–29 November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Why Delphi?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Ancient center of wisdom inspiring corpus-based prophecy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Proximity to archaeological treasures energizes dialogue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Connects past messages to future research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Our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Advance corpus-based approaches to text types and change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Blend computational methods with philological expertise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Deliver valency lexica for ancient and medieval languages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Meet the Organizing Committee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Nikolaos Lavidas • Kiki Nikiforidou • Vassiliki Geka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Vassilios Symeonidis • Sofia Chionidi • Anastasia Tsiropina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Eleni Plakoutsi • Theodoros Michalareas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Program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Arrival, Opening, Deep Dive, Technology &amp; Futures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Keynotes, invited talks, project presentations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Breakouts, cultural visits, and collaborative labs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Guiding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Influential texts across genres and centuries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Diachronic corpora + argument structure annotation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Interplay between text types, grammar, and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Keynote Line-up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Dag Haug • George Mikros • Carola Trips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Alexandros Tantos • Ioanna Sitaridou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Each anchors a methodological perspective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Invited Speakers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Span Europe and multiple traditions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Showcase valency, construction grammar, and corpora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Connect to AthDGC priorities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Project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AthDGC team reveals translation-based change pipeline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Demonstrates PROIEL alignment and diachronic tracking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Sets foundation for collaborative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ARCAS &amp; Harvard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Computational classics meets AthDGC corpora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Shared infrastructure for annotation and tooling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Joint sessions highlight synergies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Athens–Naxos–Delphi Continuum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Builds on previous schools and workshops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Maps future activity nodes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Reinforces Greek-led leadership in diachrony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Shared corpora + methodological playbooks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Position papers and publication plans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Mentored pathways for early-career scholars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Methodological Mix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Annotation frameworks + NLP pipelines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Philological close reading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Experiments on genre-sensitive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Digital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PROIEL-compatible layers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Stanza integration and visualization dashboards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Open data commitments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Engagement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Respectful debate • cross-disciplinary curiosity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Use shared pad for questions and resources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Signal-boost junior researchers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Cultural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Site tours and museum visits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Evening salons with local experts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Opportunities for informal collaborations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Logistics &amp;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Guesthouse details • Wi-Fi • emergency contacts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Recording and photo policy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Sustainability guidelines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Participation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Every talk closes with a question slide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Submit topics for Saturday lab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Bring your datasets for lightning demos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Opening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Which text type challenges you most?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What tool or corpus do you want to share?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How will you measure your Delphi success?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