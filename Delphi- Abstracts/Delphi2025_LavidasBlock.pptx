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EEF3FF"/>
                </a:solidFill>
                <a:latin typeface="Segoe UI"/>
              </a:rPr>
              <a:t>Lavidas Perspectives for ARCAS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AthDGC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sa-conta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"/>
            <a:ext cx="822960" cy="822960"/>
          </a:xfrm>
          <a:prstGeom prst="rect">
            <a:avLst/>
          </a:prstGeom>
        </p:spPr>
      </p:pic>
      <p:pic>
        <p:nvPicPr>
          <p:cNvPr id="7" name="Picture 6" descr="HFRI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"/>
            <a:ext cx="1783080" cy="822960"/>
          </a:xfrm>
          <a:prstGeom prst="rect">
            <a:avLst/>
          </a:prstGeom>
        </p:spPr>
      </p:pic>
      <p:pic>
        <p:nvPicPr>
          <p:cNvPr id="8" name="Picture 7" descr="Uo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"/>
            <a:ext cx="126934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AthDGC + ARCAS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Joint mission on historical languages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Shared infrastructure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Complementary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Lavidas'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Translation chains as sensors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Graph representations for canon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Periphrastic focus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AthDGC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Annotated corpora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Valency lexica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Community of annotators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Next Joint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Define co-authored study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Deploy shared tools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Plan Athens follow-up visit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